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InterCloud Semantic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Multi-Cloud Document Management System</a:t>
            </a:r>
          </a:p>
          <a:p/>
          <a:p>
            <a:r>
              <a:t>Pranay Bhere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Files are scattered across multiple cloud platforms</a:t>
            </a:r>
          </a:p>
          <a:p>
            <a:r>
              <a:t>• Difficult to search and manage</a:t>
            </a:r>
          </a:p>
          <a:p>
            <a:r>
              <a:t>• No intelligent retrieval system</a:t>
            </a:r>
          </a:p>
          <a:p>
            <a:r>
              <a:t>• Leads to cloud silos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Unified cloud system</a:t>
            </a:r>
          </a:p>
          <a:p>
            <a:r>
              <a:t>• AI-based document understanding</a:t>
            </a:r>
          </a:p>
          <a:p>
            <a:r>
              <a:t>• Semantic search using natural language</a:t>
            </a:r>
          </a:p>
          <a:p>
            <a:r>
              <a:t>• Automated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Frontend → Backend (FastAPI)</a:t>
            </a:r>
          </a:p>
          <a:p>
            <a:r>
              <a:t>→ AI Engine → Vector DB (FAISS)</a:t>
            </a:r>
          </a:p>
          <a:p>
            <a:r>
              <a:t>→ Cloud Storage (AWS S3, Azure)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AWS S3</a:t>
            </a:r>
          </a:p>
          <a:p>
            <a:r>
              <a:t>• AWS Lambda</a:t>
            </a:r>
          </a:p>
          <a:p>
            <a:r>
              <a:t>• FastAPI</a:t>
            </a:r>
          </a:p>
          <a:p>
            <a:r>
              <a:t>• Sentence Transformers</a:t>
            </a:r>
          </a:p>
          <a:p>
            <a:r>
              <a:t>• FAISS</a:t>
            </a:r>
          </a:p>
          <a:p>
            <a:r>
              <a:t>• React (Frontend)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→ S3 → Lambda Trigger</a:t>
            </a:r>
          </a:p>
          <a:p>
            <a:r>
              <a:t>→ Text Extraction → AI Processing</a:t>
            </a:r>
          </a:p>
          <a:p>
            <a:r>
              <a:t>→ Store Embeddings → Search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Content-based classification</a:t>
            </a:r>
          </a:p>
          <a:p>
            <a:r>
              <a:t>• Semantic search</a:t>
            </a:r>
          </a:p>
          <a:p>
            <a:r>
              <a:t>• Embedding generation</a:t>
            </a:r>
          </a:p>
          <a:p>
            <a:r>
              <a:t>• Intelligent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Event-driven architecture</a:t>
            </a:r>
          </a:p>
          <a:p>
            <a:r>
              <a:t>• Auto file classification</a:t>
            </a:r>
          </a:p>
          <a:p>
            <a:r>
              <a:t>• Scalable cloud storage</a:t>
            </a:r>
          </a:p>
          <a:p>
            <a:r>
              <a:t>• Secure IAM 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Resume screening</a:t>
            </a:r>
          </a:p>
          <a:p>
            <a:r>
              <a:t>• Invoice management</a:t>
            </a:r>
          </a:p>
          <a:p>
            <a:r>
              <a:t>• Document retrieval</a:t>
            </a:r>
          </a:p>
          <a:p>
            <a:r>
              <a:t>• Enterprise storage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Multi-cloud integration</a:t>
            </a:r>
          </a:p>
          <a:p>
            <a:r>
              <a:t>• Chat with documents</a:t>
            </a:r>
          </a:p>
          <a:p>
            <a:r>
              <a:t>• Real-time analytics</a:t>
            </a:r>
          </a:p>
          <a:p>
            <a:r>
              <a:t>• Cost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Solves real-world cloud fragmentation</a:t>
            </a:r>
          </a:p>
          <a:p>
            <a:r>
              <a:t>• Combines AI + Cloud</a:t>
            </a:r>
          </a:p>
          <a:p>
            <a:r>
              <a:t>• Scalable and intelligent system</a:t>
            </a:r>
          </a:p>
          <a:p>
            <a:r>
              <a:t>• Hackathon-ready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